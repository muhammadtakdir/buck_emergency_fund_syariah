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BUCK Emergency Fund Sharia (BEFS)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Ethical Stable Liquidity on Sui Blockchain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Predatory interest-based lending.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Liquidity traps and volatility.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Lack of community-owned models.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Unfair liquidation penalties.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Sharia Economic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Ujrah: Fixed 10% upfront fee.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Rahn: Secure SUI collateral locking.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Waqf: 40% of fees grow system liquidity.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Al-Baqiyah: Borrowers keep collateral excess.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Lender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Dual Yield: 40% of platform fees.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Auto-Staking: Integrated with Bucket Protocol.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SUI Rewards: Distributed in real-time.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100% Halal earning model.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Sui Move: High-security contracts.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Oracle: Live CoinGecko price feeds.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Frontend: Next.js + Tailwind (Dark Mode).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Security: Overflow-protected U128 math.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Demo Guide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1. Request Faucet: 1 test USDB.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2. Provide Liquidity: Get LP shares.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3. Lock SUI: Create private vault.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4. Borrow USDB: Ethical liquidity.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5. Claim: Settle &amp; claim your Baqiyah.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2563EB"/>
                </a:solidFill>
              </a:defRPr>
            </a:pPr>
            <a:r>
              <a:t>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Sustainable community endowment.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Ethical alternative for mainstream users.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Increased USDB utility on Sui.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Twitter: @educhainmag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